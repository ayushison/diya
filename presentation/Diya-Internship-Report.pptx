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one sentence that frames the whole thing:</a:t>
            </a:r>
          </a:p>
          <a:p>
            <a:r>
              <a:t>"Diya is a meditation kiosk for a public museum setting - a visitor walks up with no</a:t>
            </a:r>
          </a:p>
          <a:p>
            <a:r>
              <a:t>staff present, is identified, goes through a camera-guided session, gets a report,</a:t>
            </a:r>
          </a:p>
          <a:p>
            <a:r>
              <a:t>and the machine resets itself. I built the software side of that."</a:t>
            </a:r>
          </a:p>
          <a:p/>
          <a:p>
            <a:r>
              <a:t>Then say what you'll cover: the problem, the architecture, the one design decision</a:t>
            </a:r>
          </a:p>
          <a:p>
            <a:r>
              <a:t>that mattered most, the hard bugs, and where I left it.</a:t>
            </a:r>
          </a:p>
          <a:p>
            <a:r>
              <a:t>Keep this slide to about 30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about scope early - it stops people assuming you built the computer vision.</a:t>
            </a:r>
          </a:p>
          <a:p/>
          <a:p>
            <a:r>
              <a:t>The line worth landing: "I did not build the vision pipeline. I built everything that has</a:t>
            </a:r>
          </a:p>
          <a:p>
            <a:r>
              <a:t>to work before and after it, plus the contract between the two."</a:t>
            </a:r>
          </a:p>
          <a:p/>
          <a:p>
            <a:r>
              <a:t>The thin boundary is a real engineering decision, not a limitation. Because the contract is</a:t>
            </a:r>
          </a:p>
          <a:p>
            <a:r>
              <a:t>just 'run this script, then read the newest PDF from this folder', the other team could keep</a:t>
            </a:r>
          </a:p>
          <a:p>
            <a:r>
              <a:t>changing their internals all through the internship without ever breaking my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C#/Avalonia, if asked: the kiosk has to drive local hardware on an offline Linux machine,</a:t>
            </a:r>
          </a:p>
          <a:p>
            <a:r>
              <a:t>so a pure web app is out. A managed runtime with garbage collection means fewer crash classes</a:t>
            </a:r>
          </a:p>
          <a:p>
            <a:r>
              <a:t>for a machine running unattended all day. And Avalonia is the .NET UI framework that actually</a:t>
            </a:r>
          </a:p>
          <a:p>
            <a:r>
              <a:t>supports Linux - Microsoft's MAUI does not.</a:t>
            </a:r>
          </a:p>
          <a:p/>
          <a:p>
            <a:r>
              <a:t>Why self-contained single-file: the museum machine should need nothing pre-installed. I also</a:t>
            </a:r>
          </a:p>
          <a:p>
            <a:r>
              <a:t>set InvariantGlobalization=true to drop the libicu dependency, so one .deb installs across</a:t>
            </a:r>
          </a:p>
          <a:p>
            <a:r>
              <a:t>different Ubuntu releases instead of needing a build per 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slow down on. It is the strongest thing in the project because the</a:t>
            </a:r>
          </a:p>
          <a:p>
            <a:r>
              <a:t>solution came out of a constraint rather than around it.</a:t>
            </a:r>
          </a:p>
          <a:p/>
          <a:p>
            <a:r>
              <a:t>Walk the final flow concretely:</a:t>
            </a:r>
          </a:p>
          <a:p>
            <a:r>
              <a:t>  POST /api/sessions       kiosk gets a short random token</a:t>
            </a:r>
          </a:p>
          <a:p>
            <a:r>
              <a:t>  it renders &lt;site&gt;/?session=&lt;token&gt; as a QR on screen</a:t>
            </a:r>
          </a:p>
          <a:p>
            <a:r>
              <a:t>  the visitor's phone opens that URL and claims the session</a:t>
            </a:r>
          </a:p>
          <a:p>
            <a:r>
              <a:t>  the kiosk is polling GET /api/sessions/:token every 2 seconds and advances on 'claimed'</a:t>
            </a:r>
          </a:p>
          <a:p/>
          <a:p>
            <a:r>
              <a:t>If asked why not just a touchscreen keyboard: people mistype, it needs cleaning between</a:t>
            </a:r>
          </a:p>
          <a:p>
            <a:r>
              <a:t>visitors, and it cannot verify identity against a roster. The phone already is a trusted,</a:t>
            </a:r>
          </a:p>
          <a:p>
            <a:r>
              <a:t>personal, camera-equipped input device - so use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details worth mentioning because they show real-world thinking rather than demo-thinking:</a:t>
            </a:r>
          </a:p>
          <a:p/>
          <a:p>
            <a:r>
              <a:t>1. Loose header matching. Real spreadsheets never have clean column names. Headers are</a:t>
            </a:r>
          </a:p>
          <a:p>
            <a:r>
              <a:t>   normalised and substring-matched, so 'Email Id', 'Email Address' and</a:t>
            </a:r>
          </a:p>
          <a:p>
            <a:r>
              <a:t>   'Image Link (Gdrive - view only)' all resolve correctly. Only Name is required.</a:t>
            </a:r>
          </a:p>
          <a:p/>
          <a:p>
            <a:r>
              <a:t>2. The photo loads fail-open. It downloads in the background, and a missing, broken or</a:t>
            </a:r>
          </a:p>
          <a:p>
            <a:r>
              <a:t>   unsupported image just leaves the avatar hidden - it can never block or crash the flow.</a:t>
            </a:r>
          </a:p>
          <a:p>
            <a:r>
              <a:t>   On a kiosk, a cosmetic asset must never be on the critical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 ONE of these to tell properly and mention the others. The clock one is usually the</a:t>
            </a:r>
          </a:p>
          <a:p>
            <a:r>
              <a:t>crowd-pleaser because the symptom points completely away from the cause.</a:t>
            </a:r>
          </a:p>
          <a:p/>
          <a:p>
            <a:r>
              <a:t>The fullscreen bug is the better answer if your audience is technical: the intuition is</a:t>
            </a:r>
          </a:p>
          <a:p>
            <a:r>
              <a:t>backwards. You would assume a non-resizable window is easier to fullscreen. In fact</a:t>
            </a:r>
          </a:p>
          <a:p>
            <a:r>
              <a:t>CanResize=False is exactly what stops it, because mutter honours the fixed size hints</a:t>
            </a:r>
          </a:p>
          <a:p>
            <a:r>
              <a:t>over the fullscreen request.</a:t>
            </a:r>
          </a:p>
          <a:p/>
          <a:p>
            <a:r>
              <a:t>If asked how you found it: narrowed it by changing one window property at a time and</a:t>
            </a:r>
          </a:p>
          <a:p>
            <a:r>
              <a:t>logging WindowState and ClientSize on every attempt.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to make: the test kit adds no surface area to the product. It reuses configuration</a:t>
            </a:r>
          </a:p>
          <a:p>
            <a:r>
              <a:t>that already had to exist for deployment flexibility. That is why there is no #if DEBUG and</a:t>
            </a:r>
          </a:p>
          <a:p>
            <a:r>
              <a:t>no mock class anywhere in the app.</a:t>
            </a:r>
          </a:p>
          <a:p/>
          <a:p>
            <a:r>
              <a:t>The stale-PDF bug is worth a sentence of its own. The naive version is 'show the newest PDF</a:t>
            </a:r>
          </a:p>
          <a:p>
            <a:r>
              <a:t>in the folder'. If the pipeline fails without writing one, that quietly shows the PREVIOUS</a:t>
            </a:r>
          </a:p>
          <a:p>
            <a:r>
              <a:t>visitor their predecessor's report - a privacy failure that looks like success. The fix is to</a:t>
            </a:r>
          </a:p>
          <a:p>
            <a:r>
              <a:t>record the time the session started and only accept a file newer than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handoff documentation is worth defending as engineering work, not paperwork. It records</a:t>
            </a:r>
          </a:p>
          <a:p>
            <a:r>
              <a:t>things that are invisible in the code: why the self-minimise approach was tried and abandoned,</a:t>
            </a:r>
          </a:p>
          <a:p>
            <a:r>
              <a:t>that reinstalling the .deb requires stopping the running process first, that the hosting</a:t>
            </a:r>
          </a:p>
          <a:p>
            <a:r>
              <a:t>service must have auto-deploy enabled or merges silently never go live.</a:t>
            </a:r>
          </a:p>
          <a:p/>
          <a:p>
            <a:r>
              <a:t>If you want one line here: "I wrote the docs assuming the next person would be someone who</a:t>
            </a:r>
          </a:p>
          <a:p>
            <a:r>
              <a:t>had never spoken to me."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rush this slide or apologise through it. Being able to state precisely what is</a:t>
            </a:r>
          </a:p>
          <a:p>
            <a:r>
              <a:t>unfinished, and why, is the difference between a student demo and an engineering handover.</a:t>
            </a:r>
          </a:p>
          <a:p/>
          <a:p>
            <a:r>
              <a:t>If someone presses on the personalisation gap, own it cleanly: the launcher currently starts</a:t>
            </a:r>
          </a:p>
          <a:p>
            <a:r>
              <a:t>the pipeline without passing the visitor through, so the report is generic. The fix is to pass</a:t>
            </a:r>
          </a:p>
          <a:p>
            <a:r>
              <a:t>identity via environment variables into the script - small change on my side, but it needs the</a:t>
            </a:r>
          </a:p>
          <a:p>
            <a:r>
              <a:t>other team to read it, so it is a coordination item rather than a code item.</a:t>
            </a:r>
          </a:p>
          <a:p/>
          <a:p>
            <a:r>
              <a:t>Recommended order if asked what you would do next:</a:t>
            </a:r>
          </a:p>
          <a:p>
            <a:r>
              <a:t>timeout + failure screen first (it is the one that can strand the kiosk), then pass identity</a:t>
            </a:r>
          </a:p>
          <a:p>
            <a:r>
              <a:t>through, then the consent screen, then CI for the packages.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tying back to the opening. Something like:</a:t>
            </a:r>
          </a:p>
          <a:p/>
          <a:p>
            <a:r>
              <a:t>"The kiosk works: someone can walk up, log in with their phone, go through a session and get</a:t>
            </a:r>
          </a:p>
          <a:p>
            <a:r>
              <a:t>their report, and it resets itself. The vision hardware is the remaining milestone, and the</a:t>
            </a:r>
          </a:p>
          <a:p>
            <a:r>
              <a:t>interfaces for it are in place. Everything I could not finish is written down."</a:t>
            </a:r>
          </a:p>
          <a:p/>
          <a:p>
            <a:r>
              <a:t>Then: "Happy to take questions."</a:t>
            </a:r>
          </a:p>
          <a:p/>
          <a:p>
            <a:r>
              <a:t>Likely questions to have ready:</a:t>
            </a:r>
          </a:p>
          <a:p>
            <a:r>
              <a:t> - Why not Electron or a web app?        -&gt; needs local hardware access; managed runtime for uptime</a:t>
            </a:r>
          </a:p>
          <a:p>
            <a:r>
              <a:t> - How does the kiosk know the visitor?  -&gt; session token in the QR, roster token on the phone</a:t>
            </a:r>
          </a:p>
          <a:p>
            <a:r>
              <a:t> - What happens if the internet drops?   -&gt; the QR path fails; a manual name-entry fallback exists</a:t>
            </a:r>
          </a:p>
          <a:p>
            <a:r>
              <a:t> - What was the hardest bug?             -&gt; the Wayland fullscreen one, or the VM clock</a:t>
            </a:r>
          </a:p>
          <a:p>
            <a:r>
              <a:t> - What would you do differently?         -&gt; set up CI on day one; write PROJECT.md last, not first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3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0574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E9B872"/>
                </a:solidFill>
                <a:latin typeface="Calibri"/>
              </a:rPr>
              <a:t>DIYA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377440"/>
            <a:ext cx="9601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An Unattended Meditation Kiosk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3886200"/>
            <a:ext cx="1645920" cy="5080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16052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600" b="0" i="0">
                <a:solidFill>
                  <a:srgbClr val="B4A9D6"/>
                </a:solidFill>
                <a:latin typeface="Calibri"/>
              </a:rPr>
              <a:t>Linux kiosk application, registration backend, and deployment tooling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8F83B8"/>
                </a:solidFill>
                <a:latin typeface="Calibri"/>
              </a:rPr>
              <a:t>[Your Name]   ·   [Institution]   ·   [Month Year – Month Year]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F83B8"/>
                </a:solidFill>
                <a:latin typeface="Calibri"/>
              </a:rPr>
              <a:t>Guide: [Mentor Name]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CA3AF"/>
                </a:solidFill>
                <a:latin typeface="Calibri"/>
              </a:rPr>
              <a:t>Diya Meditation Kiosk  ·  Internship Report         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9B872"/>
                </a:solidFill>
                <a:latin typeface="Calibri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330"/>
                </a:solidFill>
                <a:latin typeface="Calibri"/>
              </a:rPr>
              <a:t>The Problem, and What I Owned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81328"/>
            <a:ext cx="1371600" cy="5080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374151"/>
                </a:solidFill>
                <a:latin typeface="Calibri"/>
              </a:rPr>
              <a:t>Build a kiosk for a public/museum setting that runs all day with nobody attending it.</a:t>
            </a: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500" b="1" i="0">
                <a:solidFill>
                  <a:srgbClr val="1A1330"/>
                </a:solidFill>
                <a:latin typeface="Calibri"/>
              </a:rPr>
              <a:t>It has to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Identify a visitor with no staff and no keyboard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Trigger a camera / computer-vision meditation session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Show that visitor their report, then reset for the next person</a:t>
            </a: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500" b="1" i="0">
                <a:solidFill>
                  <a:srgbClr val="1A1330"/>
                </a:solidFill>
                <a:latin typeface="Calibri"/>
              </a:rPr>
              <a:t>Two teams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Hardware / CV team (IITH) — cameras, servos, the meditation-app that produces the report PDF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Me — the desktop application, the identification system, the backend, packaging and deployment</a:t>
            </a: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500" b="1" i="0">
                <a:solidFill>
                  <a:srgbClr val="1A1330"/>
                </a:solidFill>
                <a:latin typeface="Calibri"/>
              </a:rPr>
              <a:t>The integration boundary I designed was deliberately thin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One bash script to launch, one directory to read the PDF back from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CA3AF"/>
                </a:solidFill>
                <a:latin typeface="Calibri"/>
              </a:rPr>
              <a:t>Diya Meditation Kiosk  ·  Internship Report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9B872"/>
                </a:solidFill>
                <a:latin typeface="Calibri"/>
              </a:rPr>
              <a:t>HOW IT FITS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330"/>
                </a:solidFill>
                <a:latin typeface="Calibri"/>
              </a:rP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81328"/>
            <a:ext cx="1371600" cy="5080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A1330"/>
                </a:solidFill>
                <a:latin typeface="Calibri"/>
              </a:rPr>
              <a:t>1 · Kiosk application    DiyaMeditation/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C# / .NET 8 LTS + Avalonia 11.2.3 — the cross-platform UI framework that officially supports Linux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Ships as a self-contained single-file .deb (amd64 + arm64) — target needs no .NET installed</a:t>
            </a: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500" b="1" i="0">
                <a:solidFill>
                  <a:srgbClr val="1A1330"/>
                </a:solidFill>
                <a:latin typeface="Calibri"/>
              </a:rPr>
              <a:t>2 · Backend    server/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Node + Express + Postgres, hosted on Render; also serves the static pages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Three tables: visitors, sessions, people (the admin roster)</a:t>
            </a: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500" b="1" i="0">
                <a:solidFill>
                  <a:srgbClr val="1A1330"/>
                </a:solidFill>
                <a:latin typeface="Calibri"/>
              </a:rPr>
              <a:t>3 · Web pages    registration/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Visitor self-registration, admin roster upload, and the per-person phone login + scanner</a:t>
            </a: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500" b="1" i="0">
                <a:solidFill>
                  <a:srgbClr val="1A1330"/>
                </a:solidFill>
                <a:latin typeface="Calibri"/>
              </a:rPr>
              <a:t>External, from the hardware team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Python CV scripts + meditation-app, which writes the report PDF the kiosk renders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CA3AF"/>
                </a:solidFill>
                <a:latin typeface="Calibri"/>
              </a:rPr>
              <a:t>Diya Meditation Kiosk  ·  Internship Report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9B872"/>
                </a:solidFill>
                <a:latin typeface="Calibri"/>
              </a:rPr>
              <a:t>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330"/>
                </a:solidFill>
                <a:latin typeface="Calibri"/>
              </a:rPr>
              <a:t>The Decision That Mattered Most: Invert the QR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81328"/>
            <a:ext cx="1371600" cy="5080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374151"/>
                </a:solidFill>
                <a:latin typeface="Calibri"/>
              </a:rPr>
              <a:t>Identifying someone at an unattended kiosk normally means buying scanner hardware. I went through three designs before finding the one that needed none.</a:t>
            </a: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500" b="1" i="0">
                <a:solidFill>
                  <a:srgbClr val="1A1330"/>
                </a:solidFill>
                <a:latin typeface="Calibri"/>
              </a:rPr>
              <a:t>Attempt 1 — put the visitor's data inside the QR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Fully offline, but still needs a scanner at the kiosk, and puts personal data in a printed code</a:t>
            </a: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500" b="1" i="0">
                <a:solidFill>
                  <a:srgbClr val="1A1330"/>
                </a:solidFill>
                <a:latin typeface="Calibri"/>
              </a:rPr>
              <a:t>Attempt 2 — QR holds only an id, the kiosk looks it up over the API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No data in the code — but the kiosk still needs a scanner</a:t>
            </a: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500" b="1" i="0">
                <a:solidFill>
                  <a:srgbClr val="1A1330"/>
                </a:solidFill>
                <a:latin typeface="Calibri"/>
              </a:rPr>
              <a:t>Final — the kiosk shows the QR, and the visitor's phone scans it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The phone becomes the scanner, the camera and the keyboard. Zero hardware at the kiosk.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Kiosk creates a session → displays it as a QR → phone claims it → kiosk polls and auto-advances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CA3AF"/>
                </a:solidFill>
                <a:latin typeface="Calibri"/>
              </a:rPr>
              <a:t>Diya Meditation Kiosk  ·  Internship Report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9B872"/>
                </a:solidFill>
                <a:latin typeface="Calibri"/>
              </a:rPr>
              <a:t>THE FLOW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330"/>
                </a:solidFill>
                <a:latin typeface="Calibri"/>
              </a:rPr>
              <a:t>How a Visitor Actually Logs 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81328"/>
            <a:ext cx="1371600" cy="5080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A1330"/>
                </a:solidFill>
                <a:latin typeface="Calibri"/>
              </a:rPr>
              <a:t>Before the event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An admin uploads an XLSX roster at /admin (protected by an ADMIN_KEY on the server)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The sheet is parsed in the browser; every person gets an unguessable personal link, /p/&lt;token&gt;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Column headers are matched loosely, so real-world sheets like “Image Link (Gdrive …)” still map</a:t>
            </a: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500" b="1" i="0">
                <a:solidFill>
                  <a:srgbClr val="1A1330"/>
                </a:solidFill>
                <a:latin typeface="Calibri"/>
              </a:rPr>
              <a:t>At the kiosk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The person opens their link on their phone and is greeted by name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“Proceed” opens the phone camera; they scan the QR on the kiosk screen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The kiosk shows their name and photo, then starts the session automatically — no button press</a:t>
            </a: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500" b="1" i="0">
                <a:solidFill>
                  <a:srgbClr val="1A1330"/>
                </a:solidFill>
                <a:latin typeface="Calibri"/>
              </a:rPr>
              <a:t>Privacy handling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Aadhaar is masked in the admin preview and is never returned by the public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CA3AF"/>
                </a:solidFill>
                <a:latin typeface="Calibri"/>
              </a:rPr>
              <a:t>Diya Meditation Kiosk  ·  Internship Report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9B872"/>
                </a:solidFill>
                <a:latin typeface="Calibri"/>
              </a:rPr>
              <a:t>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330"/>
                </a:solidFill>
                <a:latin typeface="Calibri"/>
              </a:rPr>
              <a:t>Problems That Took Real Debugging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81328"/>
            <a:ext cx="1371600" cy="5080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A1330"/>
                </a:solidFill>
                <a:latin typeface="Calibri"/>
              </a:rPr>
              <a:t>Wayland / GNOME refused to make the window fullscreen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CanResize="False" sets fixed size hints, and the compositor then refuses the fullscreen request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Setting it in XAML doesn't stick either — it has to be applied in code and re-asserted on a timer</a:t>
            </a: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500" b="1" i="0">
                <a:solidFill>
                  <a:srgbClr val="1A1330"/>
                </a:solidFill>
                <a:latin typeface="Calibri"/>
              </a:rPr>
              <a:t>A dependency clash that would only have appeared at runtime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Avalonia and the PDF renderer both use SkiaSharp — I checked both resolved to the same version before committing to in-app rendering</a:t>
            </a: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500" b="1" i="0">
                <a:solidFill>
                  <a:srgbClr val="1A1330"/>
                </a:solidFill>
                <a:latin typeface="Calibri"/>
              </a:rPr>
              <a:t>“Couldn't connect to the server” — which was not the server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The test VM's clock was in the past, making valid HTTPS certificates look “not yet valid”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Fixed by clock sync, then written into the handoff doc so nobody loses that afternoon again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CA3AF"/>
                </a:solidFill>
                <a:latin typeface="Calibri"/>
              </a:rPr>
              <a:t>Diya Meditation Kiosk  ·  Internship Report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9B872"/>
                </a:solidFill>
                <a:latin typeface="Calibri"/>
              </a:rPr>
              <a:t>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330"/>
                </a:solidFill>
                <a:latin typeface="Calibri"/>
              </a:rPr>
              <a:t>Building It Without the Hardware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81328"/>
            <a:ext cx="1371600" cy="5080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374151"/>
                </a:solidFill>
                <a:latin typeface="Calibri"/>
              </a:rPr>
              <a:t>The real pipeline needs the cameras and the other team's app. For most of the internship I had neither — so the flow had to be testable without them.</a:t>
            </a: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500" b="1" i="0">
                <a:solidFill>
                  <a:srgbClr val="1A1330"/>
                </a:solidFill>
                <a:latin typeface="Calibri"/>
              </a:rPr>
              <a:t>A mock pipeline driven entirely by configuration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Two environment variables point the app at a stand-in script and a writable report folder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It prints status, waits, then drops a sample PDF — exercising login → session → report → thank-you</a:t>
            </a: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500" b="1" i="0">
                <a:solidFill>
                  <a:srgbClr val="1A1330"/>
                </a:solidFill>
                <a:latin typeface="Calibri"/>
              </a:rPr>
              <a:t>Why this way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No mock or test code inside the application, and nothing extra bundled into the shipped .deb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Those same variables are the real production override for both paths</a:t>
            </a: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500" b="1" i="0">
                <a:solidFill>
                  <a:srgbClr val="1A1330"/>
                </a:solidFill>
                <a:latin typeface="Calibri"/>
              </a:rPr>
              <a:t>A correctness bug this surfaced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The app only accepts a PDF written after the session began — so a previous visitor's report can never be shown to the wrong person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CA3AF"/>
                </a:solidFill>
                <a:latin typeface="Calibri"/>
              </a:rPr>
              <a:t>Diya Meditation Kiosk  ·  Internship Report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9B872"/>
                </a:solidFill>
                <a:latin typeface="Calibri"/>
              </a:rPr>
              <a:t>SHIPPING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330"/>
                </a:solidFill>
                <a:latin typeface="Calibri"/>
              </a:rPr>
              <a:t>Packaging and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81328"/>
            <a:ext cx="1371600" cy="5080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A1330"/>
                </a:solidFill>
                <a:latin typeface="Calibri"/>
              </a:rPr>
              <a:t>One command builds the package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Self-contained single-file .deb for amd64 or arm64; falls back from dpkg-deb to ar/tar so it builds on machines without Debian tooling</a:t>
            </a: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500" b="1" i="0">
                <a:solidFill>
                  <a:srgbClr val="1A1330"/>
                </a:solidFill>
                <a:latin typeface="Calibri"/>
              </a:rPr>
              <a:t>One script locks down the machine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Installs to /opt, registers a systemd user service with Restart=always so a crash can never leave the kiosk closed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Enables lingering and autologin so it comes up on boot, and disables the GNOME shortcuts a visitor could use to escape the app</a:t>
            </a: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500" b="1" i="0">
                <a:solidFill>
                  <a:srgbClr val="1A1330"/>
                </a:solidFill>
                <a:latin typeface="Calibri"/>
              </a:rPr>
              <a:t>One blueprint deploys the backend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render.yaml provisions the web service and Postgres together</a:t>
            </a: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500" b="1" i="0">
                <a:solidFill>
                  <a:srgbClr val="1A1330"/>
                </a:solidFill>
                <a:latin typeface="Calibri"/>
              </a:rPr>
              <a:t>Documentation written for the next person, not for me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Overview, full command reference, an FAQ, a file-by-file PDF, and a handoff doc with the gotchas and dead ends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CA3AF"/>
                </a:solidFill>
                <a:latin typeface="Calibri"/>
              </a:rPr>
              <a:t>Diya Meditation Kiosk  ·  Internship Report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9B872"/>
                </a:solidFill>
                <a:latin typeface="Calibri"/>
              </a:rPr>
              <a:t>CURRENT 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330"/>
                </a:solidFill>
                <a:latin typeface="Calibri"/>
              </a:rPr>
              <a:t>Where I Left It, Honestly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81328"/>
            <a:ext cx="1371600" cy="5080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A1330"/>
                </a:solidFill>
                <a:latin typeface="Calibri"/>
              </a:rPr>
              <a:t>Working end to end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Roster upload → phone login → session claim → automatic pipeline launch → report rendered in-app → reset for the next visitor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Packaged and installable for both architectures, with the backend deployed and live</a:t>
            </a: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500" b="1" i="0">
                <a:solidFill>
                  <a:srgbClr val="1A1330"/>
                </a:solidFill>
                <a:latin typeface="Calibri"/>
              </a:rPr>
              <a:t>Known limitations — all documented for whoever picks this up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The visitor's identity is not yet passed into the pipeline, so the report is not personalised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The pipeline script retries indefinitely with no timeout — it needs a ceiling and a failure screen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No consent screen, which a kiosk using cameras and storing ID numbers should have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Real camera hardware is not yet integrated — the interface is ready, the devices were not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Prebuilt packages live in the repository; these belong in an automated build and releases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CA3AF"/>
                </a:solidFill>
                <a:latin typeface="Calibri"/>
              </a:rPr>
              <a:t>Diya Meditation Kiosk  ·  Internship Report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9B872"/>
                </a:solidFill>
                <a:latin typeface="Calibri"/>
              </a:rPr>
              <a:t>REFLECTION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330"/>
                </a:solidFill>
                <a:latin typeface="Calibri"/>
              </a:rPr>
              <a:t>What I Took Away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81328"/>
            <a:ext cx="1371600" cy="5080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Constraints produce better designs. Having no scanner hardware is what led to the inverted QR flow — simpler than what I'd have built with a budget.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On Linux desktop, the window manager is a dependency. It has opinions, and you have to test against the real compositor.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Keep integration boundaries boring. One script and one directory meant the other team could change everything internally without breaking me.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On an unattended machine, every failure needs a visible state. Anything that can hang forever eventually will.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 Documentation drifts faster than code. Separate what is built from what is planned, or the next person trusts the wrong page.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CA3AF"/>
                </a:solidFill>
                <a:latin typeface="Calibri"/>
              </a:rPr>
              <a:t>Diya Meditation Kiosk  ·  Internship Report        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