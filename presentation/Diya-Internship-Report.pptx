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in one line: "Diya is a meditation kiosk for a museum - a visitor walks up with no</a:t>
            </a:r>
          </a:p>
          <a:p>
            <a:r>
              <a:t>staff present, is identified, does a camera-guided session, gets a report, and it resets."</a:t>
            </a:r>
          </a:p>
          <a:p>
            <a:r>
              <a:t>Then: I built the software side. ~30 seconds,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constraints on the right are the whole design brief. Every one of them ruled</a:t>
            </a:r>
          </a:p>
          <a:p>
            <a:r>
              <a:t>something out. "Must never stay closed" is the one people underestimate - an unattended</a:t>
            </a:r>
          </a:p>
          <a:p>
            <a:r>
              <a:t>machine that crashes and stays down is worthless.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scope split explicitly so nobody assumes you built the computer vision.</a:t>
            </a:r>
          </a:p>
          <a:p>
            <a:r>
              <a:t>The line to land is the gold box: the seam is two primitives, not a protocol. That is why</a:t>
            </a:r>
          </a:p>
          <a:p>
            <a:r>
              <a:t>the other team could change their internals all summer without breaking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This is the question the whole project turns on.</a:t>
            </a:r>
          </a:p>
          <a:p>
            <a:r>
              <a:t>If asked why not a touchscreen keyboard: people mistype, it needs cleaning between</a:t>
            </a:r>
          </a:p>
          <a:p>
            <a:r>
              <a:t>strangers, and it cannot verify anyone against a roster.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- the value is in showing you iterated, not that you guessed right.</a:t>
            </a:r>
          </a:p>
          <a:p>
            <a:r>
              <a:t>Attempt 1 worked offline but needed a reader. Attempt 2 fixed privacy, same hardware problem.</a:t>
            </a:r>
          </a:p>
          <a:p>
            <a:r>
              <a:t>Attempt 3 removed the hardware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slide. Slow down.</a:t>
            </a:r>
          </a:p>
          <a:p>
            <a:r>
              <a:t>The kiosk creates a session, renders the token as a QR, and polls. The phone reads it.</a:t>
            </a:r>
          </a:p>
          <a:p>
            <a:r>
              <a:t>The phone is already a trusted, personal, camera-equipped input device - so use it.</a:t>
            </a:r>
          </a:p>
          <a:p>
            <a:r>
              <a:t>Closing line: a constraint produced a simpler design than a budget would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architecture answer. Four stages, and note stage 3 is highlighted for a reason:</a:t>
            </a:r>
          </a:p>
          <a:p>
            <a:r>
              <a:t>it is the only boundary that is NOT an API. One shell script, one PDF on disk.</a:t>
            </a:r>
          </a:p>
          <a:p>
            <a:r>
              <a:t>If asked "why not an API there too" - because a protocol is a thing that can break, and</a:t>
            </a:r>
          </a:p>
          <a:p>
            <a:r>
              <a:t>their code was changing weekly.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real frames from the running app, not mockups.</a:t>
            </a:r>
          </a:p>
          <a:p>
            <a:r>
              <a:t>Left: the claim resolved, name and roster photo fetched, session auto-started.</a:t>
            </a:r>
          </a:p>
          <a:p>
            <a:r>
              <a:t>Right: the PDF decoded and rendered in-app - no external viewer, desktop never visible.</a:t>
            </a:r>
          </a:p>
          <a:p>
            <a:r>
              <a:t>Be ready to say the report PDF shown is representative; the real one comes from their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 - it is reference, not narrative.</a:t>
            </a:r>
          </a:p>
          <a:p>
            <a:r>
              <a:t>If asked why C#/Avalonia: the kiosk drives local hardware on offline Linux, so a web app is</a:t>
            </a:r>
          </a:p>
          <a:p>
            <a:r>
              <a:t>out; a managed runtime means fewer crash classes for all-day unattended operation; and</a:t>
            </a:r>
          </a:p>
          <a:p>
            <a:r>
              <a:t>Avalonia is the .NET UI framework that actually supports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ONE properly, mention the others. The clock one usually lands best because the symptom</a:t>
            </a:r>
          </a:p>
          <a:p>
            <a:r>
              <a:t>points completely away from the cause.</a:t>
            </a:r>
          </a:p>
          <a:p>
            <a:r>
              <a:t>The Wayland one is better for a technical audience: you would assume a non-resizable window is</a:t>
            </a:r>
          </a:p>
          <a:p>
            <a:r>
              <a:t>easier to fullscreen, and it is exactly what prevents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point: the test kit adds no surface area to the product. No mock classes, no #if DEBUG.</a:t>
            </a:r>
          </a:p>
          <a:p>
            <a:r>
              <a:t>It reuses configuration that had to exist anyway for deployment.</a:t>
            </a:r>
          </a:p>
          <a:p>
            <a:r>
              <a:t>Mention the stale-PDF bug it surfaced: "show the newest PDF" would quietly show the previous</a:t>
            </a:r>
          </a:p>
          <a:p>
            <a:r>
              <a:t>visitor their predecessor's report. Fixed by only accepting a file newer than session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Defend the documentation as engineering work, not paperwork. It records what is invisible in</a:t>
            </a:r>
          </a:p>
          <a:p>
            <a:r>
              <a:t>code - why an approach was tried and abandoned, that reinstalling needs the process stopped</a:t>
            </a:r>
          </a:p>
          <a:p>
            <a:r>
              <a:t>first, that auto-deploy must be on or merges never go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apologise through this. Stating precisely what is unfinished, and why, is what</a:t>
            </a:r>
          </a:p>
          <a:p>
            <a:r>
              <a:t>separates a student demo from a handover.</a:t>
            </a:r>
          </a:p>
          <a:p>
            <a:r>
              <a:t>If pressed on personalisation: the launcher starts the pipeline without passing the visitor</a:t>
            </a:r>
          </a:p>
          <a:p>
            <a:r>
              <a:t>through, so the report is generic. Small change my side, but it needs their app to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back to the opening, then stop talking.</a:t>
            </a:r>
          </a:p>
          <a:p>
            <a:r>
              <a:t>Likely questions: why not Electron (needs local hardware access); what if the internet drops</a:t>
            </a:r>
          </a:p>
          <a:p>
            <a:r>
              <a:t>(QR path fails, manual name entry is the fallback); hardest bug (Wayland fullscreen, or the</a:t>
            </a:r>
          </a:p>
          <a:p>
            <a:r>
              <a:t>clock); what would you do differently (CI on day 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